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Space Grotesk"/>
      <p:regular r:id="rId16"/>
      <p:bold r:id="rId17"/>
    </p:embeddedFont>
    <p:embeddedFont>
      <p:font typeface="Urbanist" panose="020B0A04040200000203"/>
      <p:regular r:id="rId18"/>
      <p:bold r:id="rId19"/>
      <p:italic r:id="rId20"/>
      <p:boldItalic r:id="rId21"/>
    </p:embeddedFont>
    <p:embeddedFont>
      <p:font typeface="Urbanist SemiBold" panose="020B0A04040200000203" pitchFamily="34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27995"/>
            <a:ext cx="11049000" cy="167238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457473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Système de mot de passe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avec </a:t>
            </a:r>
            <a:r>
              <a:rPr lang="en-US" sz="54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09625" y="3966120"/>
            <a:ext cx="10572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Membres du projet :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09625" y="4379416"/>
            <a:ext cx="10572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Alpha Hady Diallo, Sidy MKH Traoré, Djibril Traoré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09625" y="4840337"/>
            <a:ext cx="10572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Classe : Équipes de Développement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62162"/>
            <a:ext cx="53816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062162"/>
            <a:ext cx="53816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57562"/>
            <a:ext cx="53816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3357562"/>
            <a:ext cx="53816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52962"/>
            <a:ext cx="538162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4652962"/>
            <a:ext cx="5381625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19150" y="2309812"/>
            <a:ext cx="513064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01. Contexte &amp; Description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486525" y="2309812"/>
            <a:ext cx="513064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02. Technologies utilisées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19150" y="3605212"/>
            <a:ext cx="513064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03. Implémentation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486525" y="3605212"/>
            <a:ext cx="513064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04. Résultats obtenus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19150" y="4900612"/>
            <a:ext cx="513064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05. Difficultés rencontrées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486525" y="4900612"/>
            <a:ext cx="5130641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06. Conclusion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 DE LA PRÉSENTATION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295275" y="2320230"/>
            <a:ext cx="1160145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Contexte et description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524500" y="3768030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411093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Définition et objectifs du système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93726"/>
            <a:ext cx="5334000" cy="3337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38537"/>
            <a:ext cx="5334000" cy="92571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2193726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Objectif global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2708076"/>
            <a:ext cx="5334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Ce projet consiste à créer un système de </a:t>
            </a:r>
            <a:r>
              <a:rPr lang="en-US" sz="1575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création de compte</a:t>
            </a: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et de </a:t>
            </a:r>
            <a:r>
              <a:rPr lang="en-US" sz="1575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connexion</a:t>
            </a: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avec validation du mot de passe.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677025" y="2584251"/>
            <a:ext cx="478059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Le système vérifie :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7725" y="3681412"/>
            <a:ext cx="48196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Le système permet également de </a:t>
            </a:r>
            <a:r>
              <a:rPr lang="en-US" sz="1575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sauvegarder plusieurs comptes</a:t>
            </a:r>
            <a:r>
              <a:rPr lang="en-US" sz="1575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utilisateur.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105650" y="3098601"/>
            <a:ext cx="41243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Longueur minimale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105650" y="3609082"/>
            <a:ext cx="41243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Présence de majuscules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105650" y="4119562"/>
            <a:ext cx="41243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Chiffres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105650" y="4630042"/>
            <a:ext cx="41243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Caractères spéciaux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CONTEXTE / DESCRIPTION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311765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362813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41386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464909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295275" y="2320230"/>
            <a:ext cx="1160145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Technologies utilisées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524500" y="3768030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411093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 pile technologique du projet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13607"/>
            <a:ext cx="3555950" cy="2053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713607"/>
            <a:ext cx="3555950" cy="2053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713607"/>
            <a:ext cx="3556099" cy="2053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57637"/>
            <a:ext cx="3555950" cy="2053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17950" y="3957637"/>
            <a:ext cx="7302549" cy="2053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92238" y="1999357"/>
            <a:ext cx="3143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782638" y="2608957"/>
            <a:ext cx="313367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HTML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57250" y="3123307"/>
            <a:ext cx="29844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Structure du site</a:t>
            </a:r>
            <a:endParaRPr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38688" y="1999357"/>
            <a:ext cx="3143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4529089" y="2608957"/>
            <a:ext cx="313367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CSS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603700" y="3123307"/>
            <a:ext cx="29844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Design et animations</a:t>
            </a:r>
            <a:endParaRPr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56712" y="1999357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275535" y="2608957"/>
            <a:ext cx="313382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350150" y="3123307"/>
            <a:ext cx="298459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Logique du système</a:t>
            </a:r>
            <a:endParaRPr/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087463" y="4243387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82638" y="4852987"/>
            <a:ext cx="313367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VS Code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57250" y="5367337"/>
            <a:ext cx="29844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Éditeur de code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64363" y="4243387"/>
            <a:ext cx="4095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4435424" y="4852987"/>
            <a:ext cx="706760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03700" y="5367337"/>
            <a:ext cx="673104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Sauvegarde et partage du projet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TECHNOLOGIES / OUTILS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295275" y="2320230"/>
            <a:ext cx="1160145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Implémentation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524500" y="3768030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411093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Fonctionnalités et développement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5263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2052637"/>
            <a:ext cx="5334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Fonctionnalités développées :</a:t>
            </a:r>
            <a:endParaRPr/>
          </a:p>
        </p:txBody>
      </p:sp>
      <p:pic>
        <p:nvPicPr>
          <p:cNvPr id="188" name="Google Shape;18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62162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1000125" y="2610742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Création de compte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1000125" y="3121223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Connexion utilisateur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1000125" y="3631703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Vérification de la force du mot de passe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000125" y="4142184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Stockage avec </a:t>
            </a:r>
            <a:r>
              <a:rPr lang="en-US" sz="1575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LocalStorage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000125" y="4652664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Barre de progression animée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IMPLÉMENTATION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6297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4027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5075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6123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71714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295275" y="2320230"/>
            <a:ext cx="1160145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Résultats obtenus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524500" y="3768030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411093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Validation du fonctionnement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2637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62162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6286500" y="2052637"/>
            <a:ext cx="5334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Le projet fonctionne correctement.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715125" y="2608808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Plusieurs comptes peuvent être créés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715125" y="3119288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Connexion réussie avec les bons identifiants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715125" y="3629769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Les données restent enregistrées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715125" y="4140249"/>
            <a:ext cx="490537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Interface moderne et animée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RÉSULTATS OBTENUS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62785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13833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64881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159299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2637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52637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2062162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1390650" y="2443162"/>
            <a:ext cx="41243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Comprendre </a:t>
            </a:r>
            <a:r>
              <a:rPr lang="en-US" sz="1575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LocalStorage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1390650" y="2953642"/>
            <a:ext cx="41243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Gérer plusieurs utilisateurs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1390650" y="3464123"/>
            <a:ext cx="41243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Corriger les erreurs JavaScript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1390650" y="3974603"/>
            <a:ext cx="41243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Relier les pages login/register/dashboard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5. DIFFICULTÉS RENCONTRÉES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4622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9726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348317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399365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8434"/>
            <a:ext cx="5334000" cy="206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78434"/>
            <a:ext cx="5334000" cy="206677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571500" y="4926210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Merci de votre attention !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962025" y="2868959"/>
            <a:ext cx="45529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Apprentissages clés :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962025" y="333181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 Développement web &amp; interfaces modernes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962025" y="360610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 Gestion des utilisateurs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962025" y="388039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 JavaScript et LocalStorage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6677025" y="2868959"/>
            <a:ext cx="478059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Améliorations possibles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6677025" y="3383309"/>
            <a:ext cx="45529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 projet peut être amélioré avec </a:t>
            </a:r>
            <a:r>
              <a:rPr lang="en-US" sz="1575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Firebase</a:t>
            </a:r>
            <a:r>
              <a:rPr lang="en-US" sz="15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ou une véritable base de données.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6. CONCLUSION</a:t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/>
          <p:nvPr/>
        </p:nvSpPr>
        <p:spPr>
          <a:xfrm>
            <a:off x="571500" y="2590948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357380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35642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35642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43490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71500" y="43490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3949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66875" y="273382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https://static.vecteezy.com/system/resources/previews/024/885/182/non_2x/cyber-security-and-data-protection-information-privacy-internet-technology-concept-businessmen-protecting-personal-data-on-laptops-and-virtual-interfaces-username-and-password-encryption-photo.JPG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66875" y="317762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id="275" name="Google Shape;27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2323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66875" y="371668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https://cdn.dribbble.com/userupload/6052613/file/original-a4e34e381683d63b2e6e9648c2fb394d.png?format=webp&amp;resize=400x300&amp;vertical=center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66875" y="396240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dribbble.com</a:t>
            </a:r>
            <a:endParaRPr/>
          </a:p>
        </p:txBody>
      </p:sp>
      <p:pic>
        <p:nvPicPr>
          <p:cNvPr id="278" name="Google Shape;27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0800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1666875" y="450145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https://miro.medium.com/1*OmOmpKIDLhFyYSY9zv5ABg.png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666875" y="474717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medium.com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Alpha hady Diallo</cp:lastModifiedBy>
  <cp:revision>1</cp:revision>
  <dcterms:modified xsi:type="dcterms:W3CDTF">2026-05-23T00:58:15Z</dcterms:modified>
</cp:coreProperties>
</file>